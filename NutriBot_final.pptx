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NutriBot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Personalized Nutrition Assistant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Powered Chatbot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977640"/>
            <a:ext cx="10058400" cy="0"/>
          </a:xfrm>
          <a:prstGeom prst="line">
            <a:avLst/>
          </a:prstGeom>
          <a:noFill/>
          <a:ln w="12700">
            <a:solidFill>
              <a:srgbClr val="E3E0D8"/>
            </a:solidFill>
            <a:prstDash val="solid"/>
          </a:ln>
        </p:spPr>
      </p:sp>
      <p:pic>
        <p:nvPicPr>
          <p:cNvPr id="8" name="Image 0" descr="photo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4343400"/>
            <a:ext cx="1417320" cy="1773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52560" y="4343400"/>
            <a:ext cx="1417320" cy="1773936"/>
          </a:xfrm>
          <a:prstGeom prst="rect">
            <a:avLst/>
          </a:prstGeom>
          <a:ln w="12700">
            <a:solidFill>
              <a:srgbClr val="E3E0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Afreen Thasneem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5840" y="47091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 Computer Science &amp; Engineering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50017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J.N.N Institute of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D7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NutriBot?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people and reliable, personalized nutritional guidance using the power of Generative AI.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105156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7578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757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7157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08152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access to personalized nutrition guidance; online information is often confusing, unreliable, or requires expensive expert consultation.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105156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11022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102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95020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Need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31596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meal planning demands expert knowledge, and there is a rapidly growing demand for AI-powered intelligent health assistants.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F1E3C2"/>
          </a:solidFill>
          <a:ln w="19050">
            <a:solidFill>
              <a:srgbClr val="AD7B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344668"/>
            <a:ext cx="512064" cy="512064"/>
          </a:xfrm>
          <a:prstGeom prst="ellipse">
            <a:avLst/>
          </a:prstGeom>
          <a:solidFill>
            <a:srgbClr val="AD7B1E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446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184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55040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intelligent nutrition chatbot that delivers personalized dietary recommendations and promotes healthy eating through conversational AI.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D7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23444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user interface for entering queries and displaying AI responses.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49240" cy="123444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0195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26771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Python-powered Flask server processes requests and bridges the frontend with IBM watsonx.ai API.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27080" cy="914400"/>
          </a:xfrm>
          <a:prstGeom prst="rect">
            <a:avLst/>
          </a:prstGeom>
          <a:solidFill>
            <a:srgbClr val="AD7B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59359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Foundation Model authenticates via IBM Cloud API and generates intelligent, personalized nutrition responses.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2514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622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73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3240" y="4389120"/>
            <a:ext cx="228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4389120"/>
            <a:ext cx="2514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4622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773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 and routing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4389120"/>
            <a:ext cx="228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35040" y="4389120"/>
            <a:ext cx="2514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4622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773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model inference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49640" y="4389120"/>
            <a:ext cx="228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778240" y="4389120"/>
            <a:ext cx="2514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4622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AI Response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0" y="4773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reply to UI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D7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Flask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watsonx.ai, Granite Foundation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Dotenv, REST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Virtual 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737360"/>
            <a:ext cx="4389120" cy="141732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965960"/>
            <a:ext cx="457200" cy="457200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19385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5146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chat interface for seamless user interaction.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3383280"/>
            <a:ext cx="4389120" cy="141732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3611880"/>
            <a:ext cx="457200" cy="457200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3584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416052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IBM Cloud-powered intelligence engine.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D7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NutriBot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621792"/>
          </a:xfrm>
          <a:prstGeom prst="chevron">
            <a:avLst/>
          </a:prstGeom>
          <a:solidFill>
            <a:srgbClr val="8A5F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120640" cy="621792"/>
          </a:xfrm>
          <a:prstGeom prst="chevron">
            <a:avLst/>
          </a:prstGeom>
          <a:solidFill>
            <a:srgbClr val="B98A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Request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120640" cy="621792"/>
          </a:xfrm>
          <a:prstGeom prst="chevron">
            <a:avLst/>
          </a:prstGeom>
          <a:solidFill>
            <a:srgbClr val="C99C4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Processing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120640" cy="621792"/>
          </a:xfrm>
          <a:prstGeom prst="chevron">
            <a:avLst/>
          </a:prstGeom>
          <a:solidFill>
            <a:srgbClr val="DBB6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6052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NutriBot seamlessly connects the user's question to a powerful AI engine and returns intelligent, personalized nutrition guidance in real time.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Capabilities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3042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26791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free-text nutrition questions contextually.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33558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37307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dietary advice to the individual user.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44074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Responses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20840" y="47823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 powered by Granite Foundation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D7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&amp; Applications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NutriBot Offers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versatile AI-powered nutrition platform serving individuals, healthcare professionals, and organizations alike.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3063240"/>
            <a:ext cx="1965960" cy="0"/>
          </a:xfrm>
          <a:prstGeom prst="line">
            <a:avLst/>
          </a:prstGeom>
          <a:noFill/>
          <a:ln w="19050">
            <a:solidFill>
              <a:srgbClr val="E3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304" y="28895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D7B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930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Assistant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meal suggestions and healthy diet recommendations via interactive chatbot.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3063240"/>
            <a:ext cx="1965960" cy="0"/>
          </a:xfrm>
          <a:prstGeom prst="line">
            <a:avLst/>
          </a:prstGeom>
          <a:noFill/>
          <a:ln w="19050">
            <a:solidFill>
              <a:srgbClr val="E3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28895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D7B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Responses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4023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accurate, AI-generated answers with secure IBM Cloud integration.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0" y="3063240"/>
            <a:ext cx="0" cy="0"/>
          </a:xfrm>
          <a:prstGeom prst="line">
            <a:avLst/>
          </a:prstGeom>
          <a:noFill/>
          <a:ln w="19050">
            <a:solidFill>
              <a:srgbClr val="E3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21224" y="2889504"/>
            <a:ext cx="347472" cy="347472"/>
          </a:xfrm>
          <a:prstGeom prst="ellipse">
            <a:avLst/>
          </a:prstGeom>
          <a:solidFill>
            <a:srgbClr val="AD7B1E"/>
          </a:solidFill>
          <a:ln w="19050">
            <a:solidFill>
              <a:srgbClr val="AD7B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0560" y="4023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conversational UI accessible to all users without technical expertise.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2514600"/>
            <a:ext cx="4937760" cy="379476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49440" y="3273552"/>
            <a:ext cx="82296" cy="82296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31455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 management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49440" y="3776472"/>
            <a:ext cx="82296" cy="82296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36484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and wellness coaching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49440" y="4279392"/>
            <a:ext cx="82296" cy="82296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41513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and clinics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949440" y="4782312"/>
            <a:ext cx="82296" cy="82296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4654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 support tools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49440" y="5285232"/>
            <a:ext cx="82296" cy="82296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51572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949440" y="5788152"/>
            <a:ext cx="82296" cy="82296"/>
          </a:xfrm>
          <a:prstGeom prst="ellipse">
            <a:avLst/>
          </a:prstGeom>
          <a:solidFill>
            <a:srgbClr val="AD7B1E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0" y="5660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 programs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D7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&amp; Future Enhancements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41732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12140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420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24×7 with a user-friendly interface; delivers accurate AI-generated responses on a scalable, cloud-integrated architecture that improves nutrition awareness.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41732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372160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Enhancements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4142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chatbot, multilingual support, image-based food recognition, and a calorie tracking dashboard.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417320"/>
          </a:xfrm>
          <a:prstGeom prst="rect">
            <a:avLst/>
          </a:prstGeom>
          <a:solidFill>
            <a:srgbClr val="F1E3C2"/>
          </a:solidFill>
          <a:ln w="19050">
            <a:solidFill>
              <a:srgbClr val="AD7B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AD7B1E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532180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57424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application, wearable device integration, and personalized health analytics for comprehensive wellness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Nutrition Guidance with Generative AI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NutriBot demonstrates how IBM watsonx.ai and the Granite Foundation Model can power an intelligent healthcare chatbot that delivers personalized nutritional guidance through natural language conversations.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640080"/>
          </a:xfrm>
          <a:prstGeom prst="rect">
            <a:avLst/>
          </a:prstGeom>
          <a:solidFill>
            <a:srgbClr val="F4F3E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healthcare makes nutrition advice more accessible, interactive, and efficient for everyone.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2044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 of Generative AI in healthcare, bridging the gap between users and expert nutritional knowledge.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3291840"/>
            <a:ext cx="352044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Showcase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0233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of IBM watsonx.ai, Granite Foundation Model, Flask, and a responsive web frontend.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3291840"/>
            <a:ext cx="352044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AD7B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40233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Presented by Afreen Thasneem, B.E CSE, J.N.N Institute of Engineering.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2026-07-12T13:41:34Z</dcterms:created>
  <dcterms:modified xsi:type="dcterms:W3CDTF">2026-07-12T13:41:34Z</dcterms:modified>
</cp:coreProperties>
</file>